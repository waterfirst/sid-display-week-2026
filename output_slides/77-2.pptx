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77-2. High-resolution Automotive Light-field Head-Up Display with Eye-Tracking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Zhejiang Chief Technology Co., Ltd.                                저자 : Kang Jin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아이트래킹(Eye-tracking) 기술이 결합된 고해상도 라이트필드 HUD 개발.</a:t>
            </a:r>
          </a:p>
          <a:p>
            <a:r>
              <a:t>   - 15° × 5° 시야각과 76.8 PPD의 고해상도를 구현하며 크로스토크를 1.7% 이하로 억제함.</a:t>
            </a:r>
          </a:p>
          <a:p>
            <a:r>
              <a:t>   - 3D 증강 인식을 통해 가상 이미지 거리를 확장하여 운전자 경험 향상.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높음**. 중국 기업들이 라이트필드와 고해상도 광학 설계를 결합하여 고급 HUD 시장에 빠르게 진입하고 있음. SDC는 이에 대응할 고해상도 전용 패널 공급 및 시스템 협력이 필요함.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77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3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