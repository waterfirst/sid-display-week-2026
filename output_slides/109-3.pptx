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제목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소속 </a:t>
            </a:r>
            <a:r>
              <a:rPr lang="en-US" altLang="ko-KR" dirty="0"/>
              <a:t>:                                             </a:t>
            </a:r>
            <a:r>
              <a:rPr lang="ko-KR" altLang="en-US" dirty="0"/>
              <a:t>저자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요약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시사점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카테고리 </a:t>
            </a:r>
          </a:p>
        </p:txBody>
      </p:sp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109-3. 프레임리스 렌더링-디스플레이 통합을 통한 초저지연 구현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소속: North Carolina State Univ.</a:t>
            </a:r>
            <a:br/>
            <a:r>
              <a:t>저자: Evan Jonson</a:t>
            </a:r>
            <a:br/>
            <a:br/>
          </a:p>
          <a:p>
            <a:pPr>
              <a:defRPr b="1" sz="1600"/>
            </a:pPr>
            <a:r>
              <a:t>논문요약:</a:t>
            </a:r>
          </a:p>
          <a:p>
            <a:pPr>
              <a:defRPr sz="1200"/>
            </a:pPr>
            <a:r>
              <a:t>- 프레임 버퍼와 동기화를 제거하여 클릭 투 포톤 지연을 최소화하는 아키텍처 제안.</a:t>
            </a:r>
          </a:p>
          <a:p>
            <a:pPr>
              <a:defRPr sz="1200"/>
            </a:pPr>
            <a:r>
              <a:t>- 레이 트레이싱을 활용하여 픽셀이 렌더링되는 즉시 디스플레이로 전송.</a:t>
            </a:r>
          </a:p>
          <a:p>
            <a:pPr>
              <a:defRPr sz="1200"/>
            </a:pPr>
            <a:r>
              <a:t>- 프로토타입을 통해 상호작용 지연을 2ms 미만으로 단축 (기존 32.7ms).</a:t>
            </a:r>
          </a:p>
          <a:p>
            <a:br/>
            <a:pPr>
              <a:defRPr b="1" sz="1600"/>
            </a:pPr>
            <a:r>
              <a:t>시사점:</a:t>
            </a:r>
          </a:p>
          <a:p>
            <a:pPr>
              <a:defRPr sz="1200"/>
            </a:pPr>
            <a:r>
              <a:t>게이밍 및 VR/AR 등 지연에 민감한 시장에서 중요한 연구로, 새로운 디스플레이 구동 패러다임 제시. (위협도: 중간)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1</a:t>
            </a:r>
          </a:p>
        </p:txBody>
      </p:sp>
      <p:pic>
        <p:nvPicPr>
          <p:cNvPr id="6" name="Picture 5" descr="p2_im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840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2</a:t>
            </a:r>
          </a:p>
        </p:txBody>
      </p:sp>
      <p:pic>
        <p:nvPicPr>
          <p:cNvPr id="8" name="Picture 7" descr="p2_img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