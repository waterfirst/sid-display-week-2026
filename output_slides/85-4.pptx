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85-4. Accelerated CGH Generation for AR Head-Up Display Based on DeepCGH and Yolo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National Taiwan University                                저자 : Pin-Yin Huang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YOLO 기반 차량 감지와 DeepCGH 모델을 결합한 가속 컴퓨터 생성 홀로그램(CGH) 프레임워크.</a:t>
            </a:r>
          </a:p>
          <a:p>
            <a:r>
              <a:t>   - 단안 깊이 추정(Monocular depth estimation)을 사용하여 객체와의 거리에 따른 깊이 인지 홀로그램 생성.</a:t>
            </a:r>
          </a:p>
          <a:p>
            <a:r>
              <a:t>   - 주행 영상의 프레임별 실시간 처리 및 깊이 인식 홀로그래픽 시각화 실현.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낮음**. AI 기술을 활용한 홀로그램 생성 가속화 기술로, 향후 SDC의 홀로그래픽 디스플레이 모듈이 탑재될 때 시각적 품질과 속도를 높이는 데 필요한 핵심 알고리즘임.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85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