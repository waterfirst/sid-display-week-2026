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69-1. Comparison of Perceived Brightness and Colorfulness for Different (Automotive) Display Technologies by Helmholtz-Kohlrausch Effect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Pforzheim University (Samsung Display America Lab 공동 참여)                                저자 : Karlheinz Blankenbach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채도가 높을수록 더 밝게 느껴지는 헬름홀츠-콜라우슈(H-K) 효과를 자동차용 디스플레이에서 분석함.</a:t>
            </a:r>
          </a:p>
          <a:p>
            <a:r>
              <a:t>   - LCD와 RGB OLED를 비교 평가한 결과, OLED가 가장 깊은 블랙과 높은 인지 휘도를 제공함을 입증함.</a:t>
            </a:r>
          </a:p>
          <a:p>
            <a:r>
              <a:t>   - 타일형 디스플레이의 휘도 민감도 및 사진 렌더링을 위한 색 구현 필요성 분석.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낮음 (기회 요인)**. SDC가 공동 참여한 연구로, OLED의 색순도 우위가 실질적인 인지 밝기 향상으로 이어진다는 점을 마케팅 포인트로 활용 가능함.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69</a:t>
            </a:r>
          </a:p>
        </p:txBody>
      </p:sp>
      <p:pic>
        <p:nvPicPr>
          <p:cNvPr id="13" name="Picture 12" descr="image_p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