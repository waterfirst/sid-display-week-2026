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77-4. Dual-SLM Tiled Holographic HUD with Dammann Grating for Wide Eye-box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ETRI (한국 전자통신연구원)                                저자 : Jinsu Lee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공간 광 변조기(SLM)의 제한된 해상도를 극복하기 위해 Dual-SLM 타이링 기술 적용.</a:t>
            </a:r>
          </a:p>
          <a:p>
            <a:r>
              <a:t>   - Dammann 격자를 사용하여 아이박스 면적을 25배 확장하는 아키텍처 제안.</a:t>
            </a:r>
          </a:p>
          <a:p>
            <a:r>
              <a:t>   - 회절 한계에 가까운 광학 성능과 높은 복제 균일성을 시뮬레이션으로 검증.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낮음 (협력 가능성)**. 국내 연구진의 원천 기술로, SDC가 향후 홀로그래픽 HUD 구현을 위해 SLM 및 광학 엔진 분야에서 협력할 수 있는 기술적 토대가 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77</a:t>
            </a:r>
          </a:p>
        </p:txBody>
      </p:sp>
      <p:pic>
        <p:nvPicPr>
          <p:cNvPr id="13" name="Picture 12" descr="image_p2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