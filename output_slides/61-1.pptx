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A8020-81F0-545D-739D-AE540616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74FED3-A527-5259-327A-39DB759EC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A320E-A36E-8470-4977-2924FE04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05D4-5B0C-6C5D-4EDD-5F30C148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4C56B-E45C-32A9-596E-657C690E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6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50A8B-2D1D-70EF-974B-8692CDE8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C1DDA-F93E-8401-5622-1C092A799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7224-D8CB-D046-FAAF-444B6F80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F7576-4D49-F619-004F-9772A775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A0F20-AB31-6508-CE4A-C2195596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264FF-3E75-C518-E2A4-0C1D2DF1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1ABE34-8C7B-F50C-9446-38984A245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6B7AF-3849-8753-2886-BC57F243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4D7CA-4A7A-0BF2-7FBF-463EEFA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BF848-A7D7-1C19-660C-5DF73D0C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5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4C468-8061-7F8F-6DC5-3BDACFD1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1CAC-3FBF-3CD7-5377-FC259CD96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DFA50B-7378-10A6-1D50-F6B728DDE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FAA9F1-0D6F-F268-66EB-FF69F713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1695B-B572-27B5-524E-85775EAA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861EC7-EE54-970C-EEF0-5EA990BF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36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14FFD-3718-10D4-BDD4-3BAE2197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5D4E4B-E738-2B44-DCC3-E993EADE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A4435-3F08-2557-1105-AE6986B68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03BC06-6FB4-8E3A-DC52-C435CE090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48746B-2742-5D4D-C443-34ED9CD42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D9CB51-5C2A-9700-81DE-C319A62F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59904E-7B26-6C6B-807B-218D3508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67AF56-2A08-95BC-51AD-FAD602E7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42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11390-F320-385E-F64F-1D2E92DB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3B8BD4-CDC7-C139-5061-8B230B5A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3C2DB6-8D95-62F8-27F6-1C061F11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DB9277-4CDC-70C8-C719-C12167DF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69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A108F5-CD70-7539-05E7-03F8AB4D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19AACA-0E14-2458-610F-1747D20B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9AB68-F341-6869-F890-F24ED83D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3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CAF48-7FE2-D2BC-E8B7-9C36199E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70C18-A46D-054B-708F-0C8DF45B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2B69A-2361-E75B-B455-8F6CE4252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71918-4560-B7E6-551A-C44F6695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68A71-530B-C224-DF74-833B9540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18E95B-2B15-1D45-2CFA-4824396D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8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3D4F1-36DF-A364-D289-EB80A65D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7595A5-DEA0-CD2E-9385-D96214902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C75E0D-895D-29B6-1487-A49338467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B32122-DE00-FBD4-EFCA-942504C7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9E8B3F-FF38-2A6C-91B6-BF5473D7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E8D91F-85C2-C1FD-755A-986C4C83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6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582AD-24AF-8A52-0BEE-2E8C7A26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B538E2-C25B-3BA8-3F30-F84DF26D2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732E2-04D0-3FB9-B68D-72A28037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4B9205-31C5-52FC-E6C7-6BA07420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BBE752-C54E-E2F3-1BF6-D9202202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11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B45F7D-8ED0-5912-10D6-ECD5CFAB3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3BBF08-64C8-E367-CFCA-FF9558A90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27BE5-4EE6-2166-1FD9-3BEE76DA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F54F8-8DBD-F59E-E912-25DE73A8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26E0C-BD8F-91B5-FBAF-AB7B6DD7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551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8E2F64-779B-FEA6-9DE7-BBEBC2B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E5942-42D2-CA82-1E06-39E3E33A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F0A50-05A0-035D-464E-33E7BE117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30AB10-443C-B833-29A6-8B127D291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4C54D-B0D2-8018-1C29-ECD7CEBE5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9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1C49D-EE1A-8AAE-3F62-D1976EE8A54D}"/>
              </a:ext>
            </a:extLst>
          </p:cNvPr>
          <p:cNvSpPr txBox="1"/>
          <p:nvPr/>
        </p:nvSpPr>
        <p:spPr>
          <a:xfrm>
            <a:off x="676275" y="46672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61-1. OLEDs for Automotive Lighting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D3754-8755-4032-43F4-739CFD2D8E3D}"/>
              </a:ext>
            </a:extLst>
          </p:cNvPr>
          <p:cNvSpPr txBox="1"/>
          <p:nvPr/>
        </p:nvSpPr>
        <p:spPr>
          <a:xfrm>
            <a:off x="676275" y="836057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소속 : OLEDWorks LLC                                저자 : Marina Kondakova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60760-045D-FC38-82B8-6F989C955B84}"/>
              </a:ext>
            </a:extLst>
          </p:cNvPr>
          <p:cNvSpPr txBox="1"/>
          <p:nvPr/>
        </p:nvSpPr>
        <p:spPr>
          <a:xfrm>
            <a:off x="676275" y="1316348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논문 요약 :</a:t>
            </a:r>
          </a:p>
          <a:p>
            <a:r>
              <a:t>- 고휘도 및 긴 안정성을 가진 새로운 적색 OLED 패널 개발 (Turn, Stop, V2X용).</a:t>
            </a:r>
          </a:p>
          <a:p>
            <a:r>
              <a:t>   - 자율주행 모드 표시를 위한 고휘도, 고효율 Cyan OLED 패널 시연.</a:t>
            </a:r>
          </a:p>
          <a:p>
            <a:r>
              <a:t>   - 곡면 구현이 가능한 고분할(Highly segmented) 벤더블 패널 기술 제시.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250CFC-1FA7-130F-7024-2B110A1CC837}"/>
              </a:ext>
            </a:extLst>
          </p:cNvPr>
          <p:cNvSpPr/>
          <p:nvPr/>
        </p:nvSpPr>
        <p:spPr>
          <a:xfrm>
            <a:off x="748145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95E84-7BAD-9539-DE29-8F71572F7A18}"/>
              </a:ext>
            </a:extLst>
          </p:cNvPr>
          <p:cNvSpPr txBox="1"/>
          <p:nvPr/>
        </p:nvSpPr>
        <p:spPr>
          <a:xfrm>
            <a:off x="748145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269AE5-75F5-7163-E105-F376FA826E54}"/>
              </a:ext>
            </a:extLst>
          </p:cNvPr>
          <p:cNvSpPr/>
          <p:nvPr/>
        </p:nvSpPr>
        <p:spPr>
          <a:xfrm>
            <a:off x="6862617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8935F-41B9-11A8-49D0-E087F410CA78}"/>
              </a:ext>
            </a:extLst>
          </p:cNvPr>
          <p:cNvSpPr txBox="1"/>
          <p:nvPr/>
        </p:nvSpPr>
        <p:spPr>
          <a:xfrm>
            <a:off x="6862617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7A63B-B4D5-E65E-6E89-0B47234EC6D4}"/>
              </a:ext>
            </a:extLst>
          </p:cNvPr>
          <p:cNvSpPr txBox="1"/>
          <p:nvPr/>
        </p:nvSpPr>
        <p:spPr>
          <a:xfrm>
            <a:off x="676275" y="5223164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시사점 :</a:t>
            </a:r>
          </a:p>
          <a:p>
            <a:r>
              <a:t>- **위협도: 중간**. 자동차 조명 시장에서 OLEDWorks의 약진은 SDC의 차량용 조명 사업 확대에 경쟁 요소가 될 수 있으나, SDC는 대량 생산 및 플렉시블 기술력 우위로 대응 가능함.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C9D35-0677-A88E-5F62-BBB796812932}"/>
              </a:ext>
            </a:extLst>
          </p:cNvPr>
          <p:cNvSpPr txBox="1"/>
          <p:nvPr/>
        </p:nvSpPr>
        <p:spPr>
          <a:xfrm>
            <a:off x="10396249" y="51090"/>
            <a:ext cx="174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세션 61</a:t>
            </a:r>
          </a:p>
        </p:txBody>
      </p:sp>
      <p:pic>
        <p:nvPicPr>
          <p:cNvPr id="13" name="Picture 12" descr="image_p1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5" y="2147619"/>
            <a:ext cx="3879273" cy="2756890"/>
          </a:xfrm>
          <a:prstGeom prst="rect">
            <a:avLst/>
          </a:prstGeom>
        </p:spPr>
      </p:pic>
      <p:pic>
        <p:nvPicPr>
          <p:cNvPr id="14" name="Picture 13" descr="image_p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17" y="2147619"/>
            <a:ext cx="3879273" cy="275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4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25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Nakcho Choi</dc:creator>
  <cp:lastModifiedBy>Nakcho Choi</cp:lastModifiedBy>
  <cp:revision>1</cp:revision>
  <dcterms:created xsi:type="dcterms:W3CDTF">2026-05-10T08:27:12Z</dcterms:created>
  <dcterms:modified xsi:type="dcterms:W3CDTF">2026-05-10T10:57:17Z</dcterms:modified>
</cp:coreProperties>
</file>