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61-3. Hidden Display Structure Utilizing Micro-LEDs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LG Display Co., Ltd.                                저자 : Heum-Il Baek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Micro-LED의 소형 발광 특성을 활용한 혁신적인 Hidden Display 구조 제안.</a:t>
            </a:r>
          </a:p>
          <a:p>
            <a:r>
              <a:t>   - 스마트 서피스 기술에 적합하도록 고효율 및 고해상도를 동시에 달성함.</a:t>
            </a:r>
          </a:p>
          <a:p>
            <a:r>
              <a:t>   - 차량 내부 인테리어와 조화를 이루는 비활성 상태의 디자인 완성도를 높임.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높음**. LGD가 Micro-LED를 활용한 차량용 Hidden Display 기술에서 앞서 나갈 경우, SDC의 차량용 OLED 시장 지배력이 약화될 수 있음. 차세대 폼팩터 경쟁에서 Micro-LED의 부상이 본격화됨.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61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