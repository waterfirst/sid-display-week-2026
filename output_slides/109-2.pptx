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7"/>
  </p:sldIdLst>
  <p:sldSz cx="12192000" cy="6858000"/>
  <p:notesSz cx="6858000" cy="9144000"/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 varScale="1">
        <p:scale>
          <a:sx n="104" d="100"/>
          <a:sy n="104" d="100"/>
        </p:scale>
        <p:origin x="870" y="11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E11A8020-81F0-545D-739D-AE5406165D4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부제목 2">
            <a:extLst>
              <a:ext uri="{FF2B5EF4-FFF2-40B4-BE49-F238E27FC236}">
                <a16:creationId xmlns:a16="http://schemas.microsoft.com/office/drawing/2014/main" id="{2274FED3-A527-5259-327A-39DB759ECB7B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ko-KR" altLang="en-US"/>
              <a:t>클릭하여 마스터 부제목 스타일 편집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DFFA320E-A36E-8470-4977-2924FE04701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F9B9F33-A383-4492-9C18-D9A7D271055A}" type="datetimeFigureOut">
              <a:rPr lang="ko-KR" altLang="en-US" smtClean="0"/>
              <a:t>2026-05-10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CCAF05D4-5B0C-6C5D-4EDD-5F30C148308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3944C56B-E45C-32A9-596E-657C690E454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75813D-BD18-4E8E-BC45-6D72DB1955E4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3616316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4A450A8B-2D1D-70EF-974B-8692CDE81BD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51AC1DDA-F93E-8401-5622-1C092A79991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A5767224-D8CB-D046-FAAF-444B6F802DE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F9B9F33-A383-4492-9C18-D9A7D271055A}" type="datetimeFigureOut">
              <a:rPr lang="ko-KR" altLang="en-US" smtClean="0"/>
              <a:t>2026-05-10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2A9F7576-4D49-F619-004F-9772A775DAB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1FBA0F20-AB31-6508-CE4A-C219559631F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75813D-BD18-4E8E-BC45-6D72DB1955E4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29056903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14D264FF-3E75-C518-E2A4-0C1D2DF11E3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581ABE34-8C7B-F50C-9446-38984A2454F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92A6B7AF-3849-8753-2886-BC57F243A2D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F9B9F33-A383-4492-9C18-D9A7D271055A}" type="datetimeFigureOut">
              <a:rPr lang="ko-KR" altLang="en-US" smtClean="0"/>
              <a:t>2026-05-10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9264D7CA-4A7A-0BF2-7FBF-463EEFA08A7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BEFBF848-A7D7-1C19-660C-5DF73D0CB10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75813D-BD18-4E8E-BC45-6D72DB1955E4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7205269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5BC4C468-8061-7F8F-6DC5-3BDACFD1DAE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542B1CAC-3FBF-3CD7-5377-FC259CD96C85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03DFA50B-7378-10A6-1D50-F6B728DDEDE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10FAA9F1-0D6F-F268-66EB-FF69F7130A1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F9B9F33-A383-4492-9C18-D9A7D271055A}" type="datetimeFigureOut">
              <a:rPr lang="ko-KR" altLang="en-US" smtClean="0"/>
              <a:t>2026-05-10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A051695B-B572-27B5-524E-85775EAA5C2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72861EC7-EE54-970C-EEF0-5EA990BFDFD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75813D-BD18-4E8E-BC45-6D72DB1955E4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83636095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D7514FFD-3718-10D4-BDD4-3BAE2197286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9B5D4E4B-E738-2B44-DCC3-E993EADEA30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BE0A4435-3F08-2557-1105-AE6986B681A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5" name="텍스트 개체 틀 4">
            <a:extLst>
              <a:ext uri="{FF2B5EF4-FFF2-40B4-BE49-F238E27FC236}">
                <a16:creationId xmlns:a16="http://schemas.microsoft.com/office/drawing/2014/main" id="{1B03BC06-6FB4-8E3A-DC52-C435CE090AA5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6" name="내용 개체 틀 5">
            <a:extLst>
              <a:ext uri="{FF2B5EF4-FFF2-40B4-BE49-F238E27FC236}">
                <a16:creationId xmlns:a16="http://schemas.microsoft.com/office/drawing/2014/main" id="{4648746B-2742-5D4D-C443-34ED9CD42EA8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7" name="날짜 개체 틀 6">
            <a:extLst>
              <a:ext uri="{FF2B5EF4-FFF2-40B4-BE49-F238E27FC236}">
                <a16:creationId xmlns:a16="http://schemas.microsoft.com/office/drawing/2014/main" id="{72D9CB51-5C2A-9700-81DE-C319A62FF8C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F9B9F33-A383-4492-9C18-D9A7D271055A}" type="datetimeFigureOut">
              <a:rPr lang="ko-KR" altLang="en-US" smtClean="0"/>
              <a:t>2026-05-10</a:t>
            </a:fld>
            <a:endParaRPr lang="ko-KR" altLang="en-US"/>
          </a:p>
        </p:txBody>
      </p:sp>
      <p:sp>
        <p:nvSpPr>
          <p:cNvPr id="8" name="바닥글 개체 틀 7">
            <a:extLst>
              <a:ext uri="{FF2B5EF4-FFF2-40B4-BE49-F238E27FC236}">
                <a16:creationId xmlns:a16="http://schemas.microsoft.com/office/drawing/2014/main" id="{2D59904E-7B26-6C6B-807B-218D3508ECE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9" name="슬라이드 번호 개체 틀 8">
            <a:extLst>
              <a:ext uri="{FF2B5EF4-FFF2-40B4-BE49-F238E27FC236}">
                <a16:creationId xmlns:a16="http://schemas.microsoft.com/office/drawing/2014/main" id="{0767AF56-2A08-95BC-51AD-FAD602E7941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75813D-BD18-4E8E-BC45-6D72DB1955E4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87742734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46511390-F320-385E-F64F-1D2E92DB9DA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날짜 개체 틀 2">
            <a:extLst>
              <a:ext uri="{FF2B5EF4-FFF2-40B4-BE49-F238E27FC236}">
                <a16:creationId xmlns:a16="http://schemas.microsoft.com/office/drawing/2014/main" id="{033B8BD4-CDC7-C139-5061-8B230B5A18D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F9B9F33-A383-4492-9C18-D9A7D271055A}" type="datetimeFigureOut">
              <a:rPr lang="ko-KR" altLang="en-US" smtClean="0"/>
              <a:t>2026-05-10</a:t>
            </a:fld>
            <a:endParaRPr lang="ko-KR" altLang="en-US"/>
          </a:p>
        </p:txBody>
      </p:sp>
      <p:sp>
        <p:nvSpPr>
          <p:cNvPr id="4" name="바닥글 개체 틀 3">
            <a:extLst>
              <a:ext uri="{FF2B5EF4-FFF2-40B4-BE49-F238E27FC236}">
                <a16:creationId xmlns:a16="http://schemas.microsoft.com/office/drawing/2014/main" id="{8A3C2DB6-8D95-62F8-27F6-1C061F111CE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5EDB9277-4CDC-70C8-C719-C12167DFC6F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75813D-BD18-4E8E-BC45-6D72DB1955E4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10569905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1">
            <a:extLst>
              <a:ext uri="{FF2B5EF4-FFF2-40B4-BE49-F238E27FC236}">
                <a16:creationId xmlns:a16="http://schemas.microsoft.com/office/drawing/2014/main" id="{8EA108F5-CD70-7539-05E7-03F8AB4D09F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F9B9F33-A383-4492-9C18-D9A7D271055A}" type="datetimeFigureOut">
              <a:rPr lang="ko-KR" altLang="en-US" smtClean="0"/>
              <a:t>2026-05-10</a:t>
            </a:fld>
            <a:endParaRPr lang="ko-KR" altLang="en-US"/>
          </a:p>
        </p:txBody>
      </p:sp>
      <p:sp>
        <p:nvSpPr>
          <p:cNvPr id="3" name="바닥글 개체 틀 2">
            <a:extLst>
              <a:ext uri="{FF2B5EF4-FFF2-40B4-BE49-F238E27FC236}">
                <a16:creationId xmlns:a16="http://schemas.microsoft.com/office/drawing/2014/main" id="{DC19AACA-0E14-2458-610F-1747D20B366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BA89AB68-F341-6869-F890-F24ED83D156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75813D-BD18-4E8E-BC45-6D72DB1955E4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39043157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019CAF48-7FE2-D2BC-E8B7-9C36199EA36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35070C18-A46D-054B-708F-0C8DF45BADA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7F82B69A-2361-E75B-B455-8F6CE4252E3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E6D71918-4560-B7E6-551A-C44F66958C2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F9B9F33-A383-4492-9C18-D9A7D271055A}" type="datetimeFigureOut">
              <a:rPr lang="ko-KR" altLang="en-US" smtClean="0"/>
              <a:t>2026-05-10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91268A71-530B-C224-DF74-833B9540E76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A418E95B-2B15-1D45-2CFA-4824396D37E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75813D-BD18-4E8E-BC45-6D72DB1955E4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97788843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A363D4F1-36DF-A364-D289-EB80A65D7BA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그림 개체 틀 2">
            <a:extLst>
              <a:ext uri="{FF2B5EF4-FFF2-40B4-BE49-F238E27FC236}">
                <a16:creationId xmlns:a16="http://schemas.microsoft.com/office/drawing/2014/main" id="{167595A5-DEA0-CD2E-9385-D96214902EC8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ko-KR" altLang="en-US"/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35C75E0D-895D-29B6-1487-A4933846722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41B32122-DE00-FBD4-EFCA-942504C7064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F9B9F33-A383-4492-9C18-D9A7D271055A}" type="datetimeFigureOut">
              <a:rPr lang="ko-KR" altLang="en-US" smtClean="0"/>
              <a:t>2026-05-10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E59E8B3F-FF38-2A6C-91B6-BF5473D76A2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2BE8D91F-85C2-C1FD-755A-986C4C831C8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75813D-BD18-4E8E-BC45-6D72DB1955E4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48166046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984582AD-24AF-8A52-0BEE-2E8C7A26CFD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91B538E2-C25B-3BA8-3F30-F84DF26D235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A61732E2-04D0-3FB9-B68D-72A28037717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F9B9F33-A383-4492-9C18-D9A7D271055A}" type="datetimeFigureOut">
              <a:rPr lang="ko-KR" altLang="en-US" smtClean="0"/>
              <a:t>2026-05-10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ED4B9205-31C5-52FC-E6C7-6BA074204A4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3BBBE752-C54E-E2F3-1BF6-D9202202060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75813D-BD18-4E8E-BC45-6D72DB1955E4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45411952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>
            <a:extLst>
              <a:ext uri="{FF2B5EF4-FFF2-40B4-BE49-F238E27FC236}">
                <a16:creationId xmlns:a16="http://schemas.microsoft.com/office/drawing/2014/main" id="{3BB45F7D-8ED0-5912-10D6-ECD5CFAB32A2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3F3BBF08-64C8-E367-CFCA-FF9558A90E72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BBB27BE5-4EE6-2166-1FD9-3BEE76DA7D3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F9B9F33-A383-4492-9C18-D9A7D271055A}" type="datetimeFigureOut">
              <a:rPr lang="ko-KR" altLang="en-US" smtClean="0"/>
              <a:t>2026-05-10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B89F54F8-8DBD-F59E-E912-25DE73A8F5D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BB226E0C-BD8F-91B5-FBAF-AB7B6DD7C94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75813D-BD18-4E8E-BC45-6D72DB1955E4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766551321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개체 틀 1">
            <a:extLst>
              <a:ext uri="{FF2B5EF4-FFF2-40B4-BE49-F238E27FC236}">
                <a16:creationId xmlns:a16="http://schemas.microsoft.com/office/drawing/2014/main" id="{248E2F64-779B-FEA6-9DE7-BBEBC2B9F1C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0B2E5942-42D2-CA82-1E06-39E3E33AC1F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760F0A50-05A0-035D-464E-33E7BE1175F2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F9B9F33-A383-4492-9C18-D9A7D271055A}" type="datetimeFigureOut">
              <a:rPr lang="ko-KR" altLang="en-US" smtClean="0"/>
              <a:t>2026-05-10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7E30AB10-443C-B833-29A6-8B127D2910FF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8DE4C54D-B0D2-8018-1C29-ECD7CEBE51E8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C75813D-BD18-4E8E-BC45-6D72DB1955E4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76199009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1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1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.png"/><Relationship Id="rId3" Type="http://schemas.openxmlformats.org/officeDocument/2006/relationships/image" Target="../media/image2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0141C49D-EE1A-8AAE-3F62-D1976EE8A54D}"/>
              </a:ext>
            </a:extLst>
          </p:cNvPr>
          <p:cNvSpPr txBox="1"/>
          <p:nvPr/>
        </p:nvSpPr>
        <p:spPr>
          <a:xfrm>
            <a:off x="676275" y="466725"/>
            <a:ext cx="105918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dirty="0"/>
              <a:t>논문 제목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A20D3754-8755-4032-43F4-739CFD2D8E3D}"/>
              </a:ext>
            </a:extLst>
          </p:cNvPr>
          <p:cNvSpPr txBox="1"/>
          <p:nvPr/>
        </p:nvSpPr>
        <p:spPr>
          <a:xfrm>
            <a:off x="676275" y="836057"/>
            <a:ext cx="105918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dirty="0"/>
              <a:t>소속 </a:t>
            </a:r>
            <a:r>
              <a:rPr lang="en-US" altLang="ko-KR" dirty="0"/>
              <a:t>:                                             </a:t>
            </a:r>
            <a:r>
              <a:rPr lang="ko-KR" altLang="en-US" dirty="0"/>
              <a:t>저자 </a:t>
            </a:r>
            <a:r>
              <a:rPr lang="en-US" altLang="ko-KR" dirty="0"/>
              <a:t>: </a:t>
            </a:r>
            <a:endParaRPr lang="ko-KR" altLang="en-US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E3060760-045D-FC38-82B8-6F989C955B84}"/>
              </a:ext>
            </a:extLst>
          </p:cNvPr>
          <p:cNvSpPr txBox="1"/>
          <p:nvPr/>
        </p:nvSpPr>
        <p:spPr>
          <a:xfrm>
            <a:off x="676275" y="1316348"/>
            <a:ext cx="105918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dirty="0"/>
              <a:t>논문 요약 </a:t>
            </a:r>
            <a:r>
              <a:rPr lang="en-US" altLang="ko-KR" dirty="0"/>
              <a:t>: </a:t>
            </a:r>
            <a:endParaRPr lang="ko-KR" altLang="en-US" dirty="0"/>
          </a:p>
        </p:txBody>
      </p:sp>
      <p:sp>
        <p:nvSpPr>
          <p:cNvPr id="8" name="직사각형 7">
            <a:extLst>
              <a:ext uri="{FF2B5EF4-FFF2-40B4-BE49-F238E27FC236}">
                <a16:creationId xmlns:a16="http://schemas.microsoft.com/office/drawing/2014/main" id="{58250CFC-1FA7-130F-7024-2B110A1CC837}"/>
              </a:ext>
            </a:extLst>
          </p:cNvPr>
          <p:cNvSpPr/>
          <p:nvPr/>
        </p:nvSpPr>
        <p:spPr>
          <a:xfrm>
            <a:off x="748145" y="2147619"/>
            <a:ext cx="3879273" cy="2756890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DAD95E84-7BAD-9539-DE29-8F71572F7A18}"/>
              </a:ext>
            </a:extLst>
          </p:cNvPr>
          <p:cNvSpPr txBox="1"/>
          <p:nvPr/>
        </p:nvSpPr>
        <p:spPr>
          <a:xfrm>
            <a:off x="748145" y="2219162"/>
            <a:ext cx="340619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dirty="0"/>
              <a:t>주요 논문 그림 </a:t>
            </a:r>
            <a:r>
              <a:rPr lang="en-US" altLang="ko-KR" dirty="0"/>
              <a:t>(1)</a:t>
            </a:r>
            <a:endParaRPr lang="ko-KR" altLang="en-US" dirty="0"/>
          </a:p>
        </p:txBody>
      </p:sp>
      <p:sp>
        <p:nvSpPr>
          <p:cNvPr id="9" name="직사각형 8">
            <a:extLst>
              <a:ext uri="{FF2B5EF4-FFF2-40B4-BE49-F238E27FC236}">
                <a16:creationId xmlns:a16="http://schemas.microsoft.com/office/drawing/2014/main" id="{60269AE5-75F5-7163-E105-F376FA826E54}"/>
              </a:ext>
            </a:extLst>
          </p:cNvPr>
          <p:cNvSpPr/>
          <p:nvPr/>
        </p:nvSpPr>
        <p:spPr>
          <a:xfrm>
            <a:off x="6862617" y="2147619"/>
            <a:ext cx="3879273" cy="2756890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3678935F-41B9-11A8-49D0-E087F410CA78}"/>
              </a:ext>
            </a:extLst>
          </p:cNvPr>
          <p:cNvSpPr txBox="1"/>
          <p:nvPr/>
        </p:nvSpPr>
        <p:spPr>
          <a:xfrm>
            <a:off x="6862617" y="2219162"/>
            <a:ext cx="340619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dirty="0"/>
              <a:t>주요 논문 그림 </a:t>
            </a:r>
            <a:r>
              <a:rPr lang="en-US" altLang="ko-KR" dirty="0"/>
              <a:t>(2)</a:t>
            </a:r>
            <a:endParaRPr lang="ko-KR" altLang="en-US" dirty="0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8847A63B-B4D5-E65E-6E89-0B47234EC6D4}"/>
              </a:ext>
            </a:extLst>
          </p:cNvPr>
          <p:cNvSpPr txBox="1"/>
          <p:nvPr/>
        </p:nvSpPr>
        <p:spPr>
          <a:xfrm>
            <a:off x="676275" y="5223164"/>
            <a:ext cx="105918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dirty="0"/>
              <a:t>시사점 </a:t>
            </a:r>
            <a:r>
              <a:rPr lang="en-US" altLang="ko-KR" dirty="0"/>
              <a:t>: </a:t>
            </a:r>
            <a:endParaRPr lang="ko-KR" altLang="en-US" dirty="0"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3DCC9D35-0677-A88E-5F62-BBB796812932}"/>
              </a:ext>
            </a:extLst>
          </p:cNvPr>
          <p:cNvSpPr txBox="1"/>
          <p:nvPr/>
        </p:nvSpPr>
        <p:spPr>
          <a:xfrm>
            <a:off x="10396249" y="51090"/>
            <a:ext cx="174365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dirty="0"/>
              <a:t>논문 카테고리 </a:t>
            </a:r>
          </a:p>
        </p:txBody>
      </p:sp>
    </p:spTree>
    <p:extLst>
      <p:ext uri="{BB962C8B-B14F-4D97-AF65-F5344CB8AC3E}">
        <p14:creationId xmlns:p14="http://schemas.microsoft.com/office/powerpoint/2010/main" val="3789248395"/>
      </p:ext>
    </p:extLst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109-2. AI를 활용한 엣지단 비디오 처리 기술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  <p:sp>
        <p:nvSpPr>
          <p:cNvPr id="4" name="TextBox 3"/>
          <p:cNvSpPr txBox="1"/>
          <p:nvPr/>
        </p:nvSpPr>
        <p:spPr>
          <a:xfrm>
            <a:off x="457200" y="1097280"/>
            <a:ext cx="54864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b="1" sz="1400"/>
            </a:pPr>
            <a:r>
              <a:t>소속: Intel Corporation</a:t>
            </a:r>
            <a:br/>
            <a:r>
              <a:t>저자: Ben Cope</a:t>
            </a:r>
            <a:br/>
            <a:br/>
          </a:p>
          <a:p>
            <a:pPr>
              <a:defRPr b="1" sz="1600"/>
            </a:pPr>
            <a:r>
              <a:t>논문요약:</a:t>
            </a:r>
          </a:p>
          <a:p>
            <a:pPr>
              <a:defRPr sz="1200"/>
            </a:pPr>
            <a:r>
              <a:t>- 모바일 프로세서의 NPU 및 통합 GPU를 활용한 AI 초해상도(SR) 기술 탐구.</a:t>
            </a:r>
          </a:p>
          <a:p>
            <a:pPr>
              <a:defRPr sz="1200"/>
            </a:pPr>
            <a:r>
              <a:t>- 540p 영상을 700 kbps로 전송 후 AI SR 적용 시 1080p 수준의 객체 검출 정확도 회복.</a:t>
            </a:r>
          </a:p>
          <a:p>
            <a:pPr>
              <a:defRPr sz="1200"/>
            </a:pPr>
            <a:r>
              <a:t>- 이를 통해 데이터 대역폭을 약 30% 절감할 수 있음을 입증.</a:t>
            </a:r>
          </a:p>
          <a:p>
            <a:br/>
            <a:pPr>
              <a:defRPr b="1" sz="1600"/>
            </a:pPr>
            <a:r>
              <a:t>시사점:</a:t>
            </a:r>
          </a:p>
          <a:p>
            <a:pPr>
              <a:defRPr sz="1200"/>
            </a:pPr>
            <a:r>
              <a:t>NPU 기반 화질 개선 및 대역폭 절감 기술의 발전으로 디스플레이 스펙 외에 시스템 레벨의 최적화가 중요해짐. (위협도: 중간)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0" y="1097280"/>
            <a:ext cx="36576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b="1" sz="1200"/>
            </a:pPr>
            <a:r>
              <a:t>주요 논문 그림 1</a:t>
            </a:r>
          </a:p>
        </p:txBody>
      </p:sp>
      <p:pic>
        <p:nvPicPr>
          <p:cNvPr id="6" name="Picture 5" descr="p1_img30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0" y="1371600"/>
            <a:ext cx="3657600" cy="228600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6400800" y="3840480"/>
            <a:ext cx="36576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b="1" sz="1200"/>
            </a:pPr>
            <a:r>
              <a:t>주요 논문 그림 2</a:t>
            </a:r>
          </a:p>
        </p:txBody>
      </p:sp>
      <p:pic>
        <p:nvPicPr>
          <p:cNvPr id="8" name="Picture 7" descr="p2_img33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00800" y="4114800"/>
            <a:ext cx="3657600" cy="228600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150</TotalTime>
  <Words>25</Words>
  <Application>Microsoft Office PowerPoint</Application>
  <PresentationFormat>와이드스크린</PresentationFormat>
  <Paragraphs>7</Paragraphs>
  <Slides>1</Slides>
  <Notes>0</Notes>
  <HiddenSlides>0</HiddenSlides>
  <MMClips>0</MMClips>
  <ScaleCrop>false</ScaleCrop>
  <HeadingPairs>
    <vt:vector size="6" baseType="variant">
      <vt:variant>
        <vt:lpstr>사용한 글꼴</vt:lpstr>
      </vt:variant>
      <vt:variant>
        <vt:i4>2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1</vt:i4>
      </vt:variant>
    </vt:vector>
  </HeadingPairs>
  <TitlesOfParts>
    <vt:vector size="4" baseType="lpstr">
      <vt:lpstr>맑은 고딕</vt:lpstr>
      <vt:lpstr>Arial</vt:lpstr>
      <vt:lpstr>Office 테마</vt:lpstr>
      <vt:lpstr>PowerPoint 프레젠테이션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Nakcho Choi</dc:creator>
  <cp:lastModifiedBy>Nakcho Choi</cp:lastModifiedBy>
  <cp:revision>1</cp:revision>
  <dcterms:created xsi:type="dcterms:W3CDTF">2026-05-10T08:27:12Z</dcterms:created>
  <dcterms:modified xsi:type="dcterms:W3CDTF">2026-05-10T10:57:17Z</dcterms:modified>
</cp:coreProperties>
</file>