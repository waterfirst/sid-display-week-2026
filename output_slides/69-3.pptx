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69-3. Polarization Accurate Simulations of Complex Multilayer Optical Films for Automotive Display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3M                                저자 : David Rosen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뮬러 행렬(Mueller matrix) 데이터를 상용 광학 추적 소프트웨어에 통합하여 편광을 정확하게 시뮬레이션하는 방법 개발.</a:t>
            </a:r>
          </a:p>
          <a:p>
            <a:r>
              <a:t>   - HUD 및 다층 광학 필름을 활용한 자동차 케이스 스터디를 통해 검증.</a:t>
            </a:r>
          </a:p>
          <a:p>
            <a:r>
              <a:t>   - 복합 다층 필름의 복굴절 및 결맞음 효과를 정확히 분석 가능.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낮음**. 필름 및 시뮬레이션 툴 개발 역량 강화로, SDC가 3M과 협업하여 최적의 차량용 패널 광학 설계를 진행하는 데 도움이 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69</a:t>
            </a:r>
          </a:p>
        </p:txBody>
      </p:sp>
      <p:pic>
        <p:nvPicPr>
          <p:cNvPr id="13" name="Picture 12" descr="image_p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