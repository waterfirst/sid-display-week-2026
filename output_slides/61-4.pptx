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1A8020-81F0-545D-739D-AE5406165D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274FED3-A527-5259-327A-39DB759ECB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FA320E-A36E-8470-4977-2924FE047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AF05D4-5B0C-6C5D-4EDD-5F30C1483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44C56B-E45C-32A9-596E-657C690E4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163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450A8B-2D1D-70EF-974B-8692CDE81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AC1DDA-F93E-8401-5622-1C092A799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767224-D8CB-D046-FAAF-444B6F802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9F7576-4D49-F619-004F-9772A775D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BA0F20-AB31-6508-CE4A-C21955963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0569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D264FF-3E75-C518-E2A4-0C1D2DF11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1ABE34-8C7B-F50C-9446-38984A245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A6B7AF-3849-8753-2886-BC57F243A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64D7CA-4A7A-0BF2-7FBF-463EEFA08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FBF848-A7D7-1C19-660C-5DF73D0CB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052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C4C468-8061-7F8F-6DC5-3BDACFD1D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2B1CAC-3FBF-3CD7-5377-FC259CD96C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3DFA50B-7378-10A6-1D50-F6B728DDED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FAA9F1-0D6F-F268-66EB-FF69F7130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51695B-B572-27B5-524E-85775EAA5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861EC7-EE54-970C-EEF0-5EA990BFD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6360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514FFD-3718-10D4-BDD4-3BAE21972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5D4E4B-E738-2B44-DCC3-E993EADEA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0A4435-3F08-2557-1105-AE6986B681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03BC06-6FB4-8E3A-DC52-C435CE090A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648746B-2742-5D4D-C443-34ED9CD42E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2D9CB51-5C2A-9700-81DE-C319A62FF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D59904E-7B26-6C6B-807B-218D3508E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767AF56-2A08-95BC-51AD-FAD602E79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7427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511390-F320-385E-F64F-1D2E92DB9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33B8BD4-CDC7-C139-5061-8B230B5A1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A3C2DB6-8D95-62F8-27F6-1C061F111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DB9277-4CDC-70C8-C719-C12167DFC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5699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EA108F5-CD70-7539-05E7-03F8AB4D0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C19AACA-0E14-2458-610F-1747D20B3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89AB68-F341-6869-F890-F24ED83D1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0431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9CAF48-7FE2-D2BC-E8B7-9C36199EA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070C18-A46D-054B-708F-0C8DF45BA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F82B69A-2361-E75B-B455-8F6CE4252E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D71918-4560-B7E6-551A-C44F66958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268A71-530B-C224-DF74-833B9540E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18E95B-2B15-1D45-2CFA-4824396D3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7888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63D4F1-36DF-A364-D289-EB80A65D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67595A5-DEA0-CD2E-9385-D96214902E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C75E0D-895D-29B6-1487-A493384672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B32122-DE00-FBD4-EFCA-942504C70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9E8B3F-FF38-2A6C-91B6-BF5473D76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E8D91F-85C2-C1FD-755A-986C4C831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1660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4582AD-24AF-8A52-0BEE-2E8C7A26C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1B538E2-C25B-3BA8-3F30-F84DF26D23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1732E2-04D0-3FB9-B68D-72A280377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4B9205-31C5-52FC-E6C7-6BA074204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BBE752-C54E-E2F3-1BF6-D92022020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119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BB45F7D-8ED0-5912-10D6-ECD5CFAB32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F3BBF08-64C8-E367-CFCA-FF9558A90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B27BE5-4EE6-2166-1FD9-3BEE76DA7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9F54F8-8DBD-F59E-E912-25DE73A8F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226E0C-BD8F-91B5-FBAF-AB7B6DD7C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65513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48E2F64-779B-FEA6-9DE7-BBEBC2B9F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2E5942-42D2-CA82-1E06-39E3E33AC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0F0A50-05A0-035D-464E-33E7BE1175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30AB10-443C-B833-29A6-8B127D2910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E4C54D-B0D2-8018-1C29-ECD7CEBE51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1990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41C49D-EE1A-8AAE-3F62-D1976EE8A54D}"/>
              </a:ext>
            </a:extLst>
          </p:cNvPr>
          <p:cNvSpPr txBox="1"/>
          <p:nvPr/>
        </p:nvSpPr>
        <p:spPr>
          <a:xfrm>
            <a:off x="676275" y="466725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61-4. Glass-Based Micro-LED Display Module with Ultra-High Brightness and High Color Gamut for AR-HUD Applications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0D3754-8755-4032-43F4-739CFD2D8E3D}"/>
              </a:ext>
            </a:extLst>
          </p:cNvPr>
          <p:cNvSpPr txBox="1"/>
          <p:nvPr/>
        </p:nvSpPr>
        <p:spPr>
          <a:xfrm>
            <a:off x="676275" y="836057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소속 : BOE Technology Group Co., Ltd.                                저자 : Y. Guan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060760-045D-FC38-82B8-6F989C955B84}"/>
              </a:ext>
            </a:extLst>
          </p:cNvPr>
          <p:cNvSpPr txBox="1"/>
          <p:nvPr/>
        </p:nvSpPr>
        <p:spPr>
          <a:xfrm>
            <a:off x="676275" y="1316348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논문 요약 :</a:t>
            </a:r>
          </a:p>
          <a:p>
            <a:r>
              <a:t>- 마이크로 렌즈 어레이(MLA)를 통합하여 Micro-LED의 휘도를 약 4배 향상시킴.</a:t>
            </a:r>
          </a:p>
          <a:p>
            <a:r>
              <a:t>   - AR-HUD용으로 140,000 nit의 초고휘도 및 112% NTSC 색재현율을 달성한 4.6인치 모듈.</a:t>
            </a:r>
          </a:p>
          <a:p>
            <a:r>
              <a:t>   - MLA와 LED 간의 센터 정렬 편차를 이용해 위치별 시야각을 조절하는 기술 적용.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8250CFC-1FA7-130F-7024-2B110A1CC837}"/>
              </a:ext>
            </a:extLst>
          </p:cNvPr>
          <p:cNvSpPr/>
          <p:nvPr/>
        </p:nvSpPr>
        <p:spPr>
          <a:xfrm>
            <a:off x="748145" y="2147619"/>
            <a:ext cx="3879273" cy="27568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D95E84-7BAD-9539-DE29-8F71572F7A18}"/>
              </a:ext>
            </a:extLst>
          </p:cNvPr>
          <p:cNvSpPr txBox="1"/>
          <p:nvPr/>
        </p:nvSpPr>
        <p:spPr>
          <a:xfrm>
            <a:off x="748145" y="2219162"/>
            <a:ext cx="3406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0269AE5-75F5-7163-E105-F376FA826E54}"/>
              </a:ext>
            </a:extLst>
          </p:cNvPr>
          <p:cNvSpPr/>
          <p:nvPr/>
        </p:nvSpPr>
        <p:spPr>
          <a:xfrm>
            <a:off x="6862617" y="2147619"/>
            <a:ext cx="3879273" cy="27568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78935F-41B9-11A8-49D0-E087F410CA78}"/>
              </a:ext>
            </a:extLst>
          </p:cNvPr>
          <p:cNvSpPr txBox="1"/>
          <p:nvPr/>
        </p:nvSpPr>
        <p:spPr>
          <a:xfrm>
            <a:off x="6862617" y="2219162"/>
            <a:ext cx="3406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47A63B-B4D5-E65E-6E89-0B47234EC6D4}"/>
              </a:ext>
            </a:extLst>
          </p:cNvPr>
          <p:cNvSpPr txBox="1"/>
          <p:nvPr/>
        </p:nvSpPr>
        <p:spPr>
          <a:xfrm>
            <a:off x="676275" y="5223164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시사점 :</a:t>
            </a:r>
          </a:p>
          <a:p>
            <a:r>
              <a:t>- **위협도: 매우 높음**. BOE가 Micro-LED 휘도 향상 및 HUD 전용 광학 설계에서 구체적인 성과를 내고 있음. 초고휘도가 요구되는 HUD 시장에서 OLED 대신 Micro-LED가 표준으로 자리 잡을 위험이 있음.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CC9D35-0677-A88E-5F62-BBB796812932}"/>
              </a:ext>
            </a:extLst>
          </p:cNvPr>
          <p:cNvSpPr txBox="1"/>
          <p:nvPr/>
        </p:nvSpPr>
        <p:spPr>
          <a:xfrm>
            <a:off x="10396249" y="51090"/>
            <a:ext cx="1743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세션 61</a:t>
            </a:r>
          </a:p>
        </p:txBody>
      </p:sp>
      <p:pic>
        <p:nvPicPr>
          <p:cNvPr id="13" name="Picture 12" descr="image_p1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145" y="2147619"/>
            <a:ext cx="3879273" cy="2756890"/>
          </a:xfrm>
          <a:prstGeom prst="rect">
            <a:avLst/>
          </a:prstGeom>
        </p:spPr>
      </p:pic>
      <p:pic>
        <p:nvPicPr>
          <p:cNvPr id="14" name="Picture 13" descr="image_p2_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617" y="2147619"/>
            <a:ext cx="3879273" cy="2756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248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25</Words>
  <Application>Microsoft Office PowerPoint</Application>
  <PresentationFormat>와이드스크린</PresentationFormat>
  <Paragraphs>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Nakcho Choi</dc:creator>
  <cp:lastModifiedBy>Nakcho Choi</cp:lastModifiedBy>
  <cp:revision>1</cp:revision>
  <dcterms:created xsi:type="dcterms:W3CDTF">2026-05-10T08:27:12Z</dcterms:created>
  <dcterms:modified xsi:type="dcterms:W3CDTF">2026-05-10T10:57:17Z</dcterms:modified>
</cp:coreProperties>
</file>