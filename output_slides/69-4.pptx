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69-4. Eliminating sunlight backflow in AR-HUDs through a Faraday rotator under the étendue constraint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Sun Yat-Sen University                                저자 : Yi Liu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패러데이 회전기(Faraday rotator)를 사용하여 AR-HUD의 햇빛 역류(Sunlight backflow) 문제를 해결하는 아키텍처 제안.</a:t>
            </a:r>
          </a:p>
          <a:p>
            <a:r>
              <a:t>   - 시각 스펙트럼 전반에 걸쳐 2.39%의 햇빛 차단율 달성.</a:t>
            </a:r>
          </a:p>
          <a:p>
            <a:r>
              <a:t>   - 시분할 스키마를 통해 유효 에텐듀를 두 배로 늘려 두 개의 가상 이미지 거리 구현.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중간**. HUD 모듈의 열 관리 및 수명 문제(햇빛에 의한 소자 손상)를 근본적으로 해결할 수 있는 기술로, 차세대 HUD 모듈 설계 표준에 영향을 줄 수 있음.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69</a:t>
            </a:r>
          </a:p>
        </p:txBody>
      </p:sp>
      <p:pic>
        <p:nvPicPr>
          <p:cNvPr id="13" name="Picture 12" descr="image_p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